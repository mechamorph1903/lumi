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9" r:id="rId4"/>
    <p:sldId id="267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1A219-018E-489A-A5B3-ECA4D22400CB}" v="48" dt="2026-03-11T21:44:03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Olagoke" userId="d0d178bf0f90dd41" providerId="LiveId" clId="{B60E4D59-CD1E-4E4E-9267-D78819FB75F0}"/>
    <pc:docChg chg="undo redo custSel addSld delSld modSld sldOrd modMainMaster">
      <pc:chgData name="Ezra Olagoke" userId="d0d178bf0f90dd41" providerId="LiveId" clId="{B60E4D59-CD1E-4E4E-9267-D78819FB75F0}" dt="2026-03-11T21:54:07.384" v="9796" actId="20577"/>
      <pc:docMkLst>
        <pc:docMk/>
      </pc:docMkLst>
      <pc:sldChg chg="addSp modSp mod">
        <pc:chgData name="Ezra Olagoke" userId="d0d178bf0f90dd41" providerId="LiveId" clId="{B60E4D59-CD1E-4E4E-9267-D78819FB75F0}" dt="2026-03-11T21:36:25.393" v="9206" actId="20577"/>
        <pc:sldMkLst>
          <pc:docMk/>
          <pc:sldMk cId="468521114" sldId="256"/>
        </pc:sldMkLst>
        <pc:spChg chg="mod">
          <ac:chgData name="Ezra Olagoke" userId="d0d178bf0f90dd41" providerId="LiveId" clId="{B60E4D59-CD1E-4E4E-9267-D78819FB75F0}" dt="2026-03-11T21:36:25.393" v="9206" actId="20577"/>
          <ac:spMkLst>
            <pc:docMk/>
            <pc:sldMk cId="468521114" sldId="256"/>
            <ac:spMk id="2" creationId="{8B7756D7-94D7-183B-5D98-2267F0E98508}"/>
          </ac:spMkLst>
        </pc:spChg>
        <pc:spChg chg="mod">
          <ac:chgData name="Ezra Olagoke" userId="d0d178bf0f90dd41" providerId="LiveId" clId="{B60E4D59-CD1E-4E4E-9267-D78819FB75F0}" dt="2026-03-11T15:44:32.219" v="4472" actId="20577"/>
          <ac:spMkLst>
            <pc:docMk/>
            <pc:sldMk cId="468521114" sldId="256"/>
            <ac:spMk id="3" creationId="{3D1D7B51-2624-1E89-6886-CB35A0F33A86}"/>
          </ac:spMkLst>
        </pc:spChg>
        <pc:spChg chg="add mod">
          <ac:chgData name="Ezra Olagoke" userId="d0d178bf0f90dd41" providerId="LiveId" clId="{B60E4D59-CD1E-4E4E-9267-D78819FB75F0}" dt="2026-03-11T17:17:41.330" v="7826" actId="20577"/>
          <ac:spMkLst>
            <pc:docMk/>
            <pc:sldMk cId="468521114" sldId="256"/>
            <ac:spMk id="4" creationId="{1DB88836-E28A-50B4-8EE3-B788B98CD6CE}"/>
          </ac:spMkLst>
        </pc:spChg>
        <pc:spChg chg="mod">
          <ac:chgData name="Ezra Olagoke" userId="d0d178bf0f90dd41" providerId="LiveId" clId="{B60E4D59-CD1E-4E4E-9267-D78819FB75F0}" dt="2026-03-11T15:42:38" v="4463"/>
          <ac:spMkLst>
            <pc:docMk/>
            <pc:sldMk cId="468521114" sldId="256"/>
            <ac:spMk id="5" creationId="{CADC3E37-BA4E-13DB-F9F8-4D1BEB4B745B}"/>
          </ac:spMkLst>
        </pc:spChg>
      </pc:sldChg>
      <pc:sldChg chg="addSp delSp modSp mod modClrScheme chgLayout">
        <pc:chgData name="Ezra Olagoke" userId="d0d178bf0f90dd41" providerId="LiveId" clId="{B60E4D59-CD1E-4E4E-9267-D78819FB75F0}" dt="2026-03-11T21:42:16.982" v="9395" actId="20577"/>
        <pc:sldMkLst>
          <pc:docMk/>
          <pc:sldMk cId="3798839558" sldId="257"/>
        </pc:sldMkLst>
        <pc:spChg chg="mod ord">
          <ac:chgData name="Ezra Olagoke" userId="d0d178bf0f90dd41" providerId="LiveId" clId="{B60E4D59-CD1E-4E4E-9267-D78819FB75F0}" dt="2026-03-11T21:36:41.960" v="9207" actId="20577"/>
          <ac:spMkLst>
            <pc:docMk/>
            <pc:sldMk cId="3798839558" sldId="257"/>
            <ac:spMk id="2" creationId="{3740F893-EE31-E552-0C7C-38AB5C448DC8}"/>
          </ac:spMkLst>
        </pc:spChg>
        <pc:spChg chg="mod ord">
          <ac:chgData name="Ezra Olagoke" userId="d0d178bf0f90dd41" providerId="LiveId" clId="{B60E4D59-CD1E-4E4E-9267-D78819FB75F0}" dt="2026-03-11T15:44:14.914" v="4471" actId="1076"/>
          <ac:spMkLst>
            <pc:docMk/>
            <pc:sldMk cId="3798839558" sldId="257"/>
            <ac:spMk id="3" creationId="{63C7F29F-5908-F8F0-1343-26A4EA2B3393}"/>
          </ac:spMkLst>
        </pc:spChg>
        <pc:spChg chg="mod ord">
          <ac:chgData name="Ezra Olagoke" userId="d0d178bf0f90dd41" providerId="LiveId" clId="{B60E4D59-CD1E-4E4E-9267-D78819FB75F0}" dt="2026-03-11T21:42:16.982" v="9395" actId="20577"/>
          <ac:spMkLst>
            <pc:docMk/>
            <pc:sldMk cId="3798839558" sldId="257"/>
            <ac:spMk id="14" creationId="{04AD6BCA-6DFF-603D-22A2-AD1B56FA078B}"/>
          </ac:spMkLst>
        </pc:spChg>
      </pc:sldChg>
      <pc:sldChg chg="addSp modSp add mod ord setBg modClrScheme chgLayout">
        <pc:chgData name="Ezra Olagoke" userId="d0d178bf0f90dd41" providerId="LiveId" clId="{B60E4D59-CD1E-4E4E-9267-D78819FB75F0}" dt="2026-03-11T21:43:04.504" v="9405" actId="20577"/>
        <pc:sldMkLst>
          <pc:docMk/>
          <pc:sldMk cId="779831096" sldId="259"/>
        </pc:sldMkLst>
        <pc:spChg chg="mod">
          <ac:chgData name="Ezra Olagoke" userId="d0d178bf0f90dd41" providerId="LiveId" clId="{B60E4D59-CD1E-4E4E-9267-D78819FB75F0}" dt="2026-03-11T21:36:46.611" v="9208" actId="20577"/>
          <ac:spMkLst>
            <pc:docMk/>
            <pc:sldMk cId="779831096" sldId="259"/>
            <ac:spMk id="2" creationId="{EDE75535-D977-A81C-CE2F-1A0E94EBF18A}"/>
          </ac:spMkLst>
        </pc:spChg>
        <pc:spChg chg="mod ord">
          <ac:chgData name="Ezra Olagoke" userId="d0d178bf0f90dd41" providerId="LiveId" clId="{B60E4D59-CD1E-4E4E-9267-D78819FB75F0}" dt="2026-03-11T17:25:26.624" v="7956" actId="26606"/>
          <ac:spMkLst>
            <pc:docMk/>
            <pc:sldMk cId="779831096" sldId="259"/>
            <ac:spMk id="3" creationId="{BD54A20C-8BBB-CD0D-38B6-15AC7EBABBFA}"/>
          </ac:spMkLst>
        </pc:spChg>
        <pc:spChg chg="mod">
          <ac:chgData name="Ezra Olagoke" userId="d0d178bf0f90dd41" providerId="LiveId" clId="{B60E4D59-CD1E-4E4E-9267-D78819FB75F0}" dt="2026-03-11T21:43:04.504" v="9405" actId="20577"/>
          <ac:spMkLst>
            <pc:docMk/>
            <pc:sldMk cId="779831096" sldId="259"/>
            <ac:spMk id="14" creationId="{EAD12C14-4E84-7323-D479-37967B5F689A}"/>
          </ac:spMkLst>
        </pc:spChg>
        <pc:spChg chg="add">
          <ac:chgData name="Ezra Olagoke" userId="d0d178bf0f90dd41" providerId="LiveId" clId="{B60E4D59-CD1E-4E4E-9267-D78819FB75F0}" dt="2026-03-11T17:25:26.624" v="7956" actId="26606"/>
          <ac:spMkLst>
            <pc:docMk/>
            <pc:sldMk cId="779831096" sldId="259"/>
            <ac:spMk id="19" creationId="{15045B1D-AED4-407C-BC82-BF20E4E4FF38}"/>
          </ac:spMkLst>
        </pc:spChg>
        <pc:picChg chg="add mod ord">
          <ac:chgData name="Ezra Olagoke" userId="d0d178bf0f90dd41" providerId="LiveId" clId="{B60E4D59-CD1E-4E4E-9267-D78819FB75F0}" dt="2026-03-11T17:25:26.624" v="7956" actId="26606"/>
          <ac:picMkLst>
            <pc:docMk/>
            <pc:sldMk cId="779831096" sldId="259"/>
            <ac:picMk id="5" creationId="{8380E2C0-B6B0-6729-13B3-AE3D8B4F0943}"/>
          </ac:picMkLst>
        </pc:picChg>
      </pc:sldChg>
      <pc:sldChg chg="addSp delSp modSp add mod modClrScheme chgLayout">
        <pc:chgData name="Ezra Olagoke" userId="d0d178bf0f90dd41" providerId="LiveId" clId="{B60E4D59-CD1E-4E4E-9267-D78819FB75F0}" dt="2026-03-11T21:52:26.148" v="9772" actId="20577"/>
        <pc:sldMkLst>
          <pc:docMk/>
          <pc:sldMk cId="3880180360" sldId="260"/>
        </pc:sldMkLst>
        <pc:spChg chg="mod">
          <ac:chgData name="Ezra Olagoke" userId="d0d178bf0f90dd41" providerId="LiveId" clId="{B60E4D59-CD1E-4E4E-9267-D78819FB75F0}" dt="2026-03-11T21:36:55.642" v="9209" actId="20577"/>
          <ac:spMkLst>
            <pc:docMk/>
            <pc:sldMk cId="3880180360" sldId="260"/>
            <ac:spMk id="2" creationId="{CFB04335-9650-F1B9-8E51-5A21D537F4D6}"/>
          </ac:spMkLst>
        </pc:spChg>
        <pc:spChg chg="mod ord">
          <ac:chgData name="Ezra Olagoke" userId="d0d178bf0f90dd41" providerId="LiveId" clId="{B60E4D59-CD1E-4E4E-9267-D78819FB75F0}" dt="2026-02-27T01:45:37.927" v="1117" actId="26606"/>
          <ac:spMkLst>
            <pc:docMk/>
            <pc:sldMk cId="3880180360" sldId="260"/>
            <ac:spMk id="3" creationId="{45EEC339-998D-51F2-FC82-473BFFF9F331}"/>
          </ac:spMkLst>
        </pc:spChg>
        <pc:spChg chg="mod">
          <ac:chgData name="Ezra Olagoke" userId="d0d178bf0f90dd41" providerId="LiveId" clId="{B60E4D59-CD1E-4E4E-9267-D78819FB75F0}" dt="2026-03-11T21:52:26.148" v="9772" actId="20577"/>
          <ac:spMkLst>
            <pc:docMk/>
            <pc:sldMk cId="3880180360" sldId="260"/>
            <ac:spMk id="14" creationId="{52418DC2-361E-927C-13EA-8940743B2E11}"/>
          </ac:spMkLst>
        </pc:spChg>
      </pc:sldChg>
      <pc:sldChg chg="addSp delSp modSp add mod">
        <pc:chgData name="Ezra Olagoke" userId="d0d178bf0f90dd41" providerId="LiveId" clId="{B60E4D59-CD1E-4E4E-9267-D78819FB75F0}" dt="2026-03-11T21:53:17.395" v="9795" actId="20577"/>
        <pc:sldMkLst>
          <pc:docMk/>
          <pc:sldMk cId="151764254" sldId="261"/>
        </pc:sldMkLst>
        <pc:spChg chg="mod">
          <ac:chgData name="Ezra Olagoke" userId="d0d178bf0f90dd41" providerId="LiveId" clId="{B60E4D59-CD1E-4E4E-9267-D78819FB75F0}" dt="2026-03-11T21:52:46.297" v="9785" actId="20577"/>
          <ac:spMkLst>
            <pc:docMk/>
            <pc:sldMk cId="151764254" sldId="261"/>
            <ac:spMk id="2" creationId="{ACE712A1-6800-DF10-75B9-36A1C062B227}"/>
          </ac:spMkLst>
        </pc:spChg>
        <pc:spChg chg="add mod">
          <ac:chgData name="Ezra Olagoke" userId="d0d178bf0f90dd41" providerId="LiveId" clId="{B60E4D59-CD1E-4E4E-9267-D78819FB75F0}" dt="2026-03-11T17:07:53.401" v="7749" actId="122"/>
          <ac:spMkLst>
            <pc:docMk/>
            <pc:sldMk cId="151764254" sldId="261"/>
            <ac:spMk id="4" creationId="{23519724-54CA-C878-20D2-93D792F0FD37}"/>
          </ac:spMkLst>
        </pc:spChg>
        <pc:spChg chg="add mod">
          <ac:chgData name="Ezra Olagoke" userId="d0d178bf0f90dd41" providerId="LiveId" clId="{B60E4D59-CD1E-4E4E-9267-D78819FB75F0}" dt="2026-03-11T21:53:17.395" v="9795" actId="20577"/>
          <ac:spMkLst>
            <pc:docMk/>
            <pc:sldMk cId="151764254" sldId="261"/>
            <ac:spMk id="5" creationId="{5ACA52F8-A9AE-6208-B65D-3C74DFEEFD86}"/>
          </ac:spMkLst>
        </pc:spChg>
        <pc:spChg chg="add mod">
          <ac:chgData name="Ezra Olagoke" userId="d0d178bf0f90dd41" providerId="LiveId" clId="{B60E4D59-CD1E-4E4E-9267-D78819FB75F0}" dt="2026-03-11T17:08:56.725" v="7769" actId="1037"/>
          <ac:spMkLst>
            <pc:docMk/>
            <pc:sldMk cId="151764254" sldId="261"/>
            <ac:spMk id="6" creationId="{5F29E440-296A-DFAD-FEF5-44BBF3C42BDC}"/>
          </ac:spMkLst>
        </pc:spChg>
        <pc:spChg chg="add mod">
          <ac:chgData name="Ezra Olagoke" userId="d0d178bf0f90dd41" providerId="LiveId" clId="{B60E4D59-CD1E-4E4E-9267-D78819FB75F0}" dt="2026-03-11T17:09:21.729" v="7780" actId="1038"/>
          <ac:spMkLst>
            <pc:docMk/>
            <pc:sldMk cId="151764254" sldId="261"/>
            <ac:spMk id="7" creationId="{5FF9E1BD-8744-5A2E-9506-C0EF0115A2EA}"/>
          </ac:spMkLst>
        </pc:spChg>
        <pc:spChg chg="add mod">
          <ac:chgData name="Ezra Olagoke" userId="d0d178bf0f90dd41" providerId="LiveId" clId="{B60E4D59-CD1E-4E4E-9267-D78819FB75F0}" dt="2026-03-11T17:08:20.062" v="7753" actId="14100"/>
          <ac:spMkLst>
            <pc:docMk/>
            <pc:sldMk cId="151764254" sldId="261"/>
            <ac:spMk id="8" creationId="{8339AE81-3BD9-3A5C-0522-2AF4FDA3EADD}"/>
          </ac:spMkLst>
        </pc:spChg>
        <pc:spChg chg="add mod">
          <ac:chgData name="Ezra Olagoke" userId="d0d178bf0f90dd41" providerId="LiveId" clId="{B60E4D59-CD1E-4E4E-9267-D78819FB75F0}" dt="2026-03-11T17:08:41.187" v="7759" actId="1036"/>
          <ac:spMkLst>
            <pc:docMk/>
            <pc:sldMk cId="151764254" sldId="261"/>
            <ac:spMk id="9" creationId="{E84931CA-824F-7DF8-3F14-AF3E9F4E4D2E}"/>
          </ac:spMkLst>
        </pc:spChg>
        <pc:spChg chg="add mod">
          <ac:chgData name="Ezra Olagoke" userId="d0d178bf0f90dd41" providerId="LiveId" clId="{B60E4D59-CD1E-4E4E-9267-D78819FB75F0}" dt="2026-03-11T17:09:28.118" v="7781" actId="14100"/>
          <ac:spMkLst>
            <pc:docMk/>
            <pc:sldMk cId="151764254" sldId="261"/>
            <ac:spMk id="10" creationId="{7EC8346D-4A6C-B77D-04FC-964AEED33C4C}"/>
          </ac:spMkLst>
        </pc:spChg>
      </pc:sldChg>
      <pc:sldChg chg="modSp add mod ord">
        <pc:chgData name="Ezra Olagoke" userId="d0d178bf0f90dd41" providerId="LiveId" clId="{B60E4D59-CD1E-4E4E-9267-D78819FB75F0}" dt="2026-03-09T18:57:48.840" v="3012" actId="20577"/>
        <pc:sldMkLst>
          <pc:docMk/>
          <pc:sldMk cId="539573753" sldId="262"/>
        </pc:sldMkLst>
        <pc:spChg chg="mod">
          <ac:chgData name="Ezra Olagoke" userId="d0d178bf0f90dd41" providerId="LiveId" clId="{B60E4D59-CD1E-4E4E-9267-D78819FB75F0}" dt="2026-03-09T18:57:05.823" v="2946" actId="20577"/>
          <ac:spMkLst>
            <pc:docMk/>
            <pc:sldMk cId="539573753" sldId="262"/>
            <ac:spMk id="2" creationId="{F9D6F177-5065-86E5-C860-5016947B570C}"/>
          </ac:spMkLst>
        </pc:spChg>
        <pc:spChg chg="mod">
          <ac:chgData name="Ezra Olagoke" userId="d0d178bf0f90dd41" providerId="LiveId" clId="{B60E4D59-CD1E-4E4E-9267-D78819FB75F0}" dt="2026-03-09T18:57:48.840" v="3012" actId="20577"/>
          <ac:spMkLst>
            <pc:docMk/>
            <pc:sldMk cId="539573753" sldId="262"/>
            <ac:spMk id="14" creationId="{B09413FC-59E0-4A53-36C1-0F7A3A3258EE}"/>
          </ac:spMkLst>
        </pc:spChg>
      </pc:sldChg>
      <pc:sldChg chg="addSp delSp modSp add mod">
        <pc:chgData name="Ezra Olagoke" userId="d0d178bf0f90dd41" providerId="LiveId" clId="{B60E4D59-CD1E-4E4E-9267-D78819FB75F0}" dt="2026-03-09T19:03:22.873" v="3248" actId="22"/>
        <pc:sldMkLst>
          <pc:docMk/>
          <pc:sldMk cId="1375594594" sldId="263"/>
        </pc:sldMkLst>
        <pc:spChg chg="mod">
          <ac:chgData name="Ezra Olagoke" userId="d0d178bf0f90dd41" providerId="LiveId" clId="{B60E4D59-CD1E-4E4E-9267-D78819FB75F0}" dt="2026-03-09T18:58:14.784" v="3058" actId="20577"/>
          <ac:spMkLst>
            <pc:docMk/>
            <pc:sldMk cId="1375594594" sldId="263"/>
            <ac:spMk id="2" creationId="{0C6D698E-7D71-6D22-E4DE-55BDE6A67EF9}"/>
          </ac:spMkLst>
        </pc:spChg>
        <pc:spChg chg="add mod">
          <ac:chgData name="Ezra Olagoke" userId="d0d178bf0f90dd41" providerId="LiveId" clId="{B60E4D59-CD1E-4E4E-9267-D78819FB75F0}" dt="2026-03-09T19:00:25.256" v="3092" actId="1076"/>
          <ac:spMkLst>
            <pc:docMk/>
            <pc:sldMk cId="1375594594" sldId="263"/>
            <ac:spMk id="4" creationId="{DF84518B-4B37-3821-6937-75FC3626CE19}"/>
          </ac:spMkLst>
        </pc:spChg>
        <pc:spChg chg="mod">
          <ac:chgData name="Ezra Olagoke" userId="d0d178bf0f90dd41" providerId="LiveId" clId="{B60E4D59-CD1E-4E4E-9267-D78819FB75F0}" dt="2026-03-09T19:03:03.740" v="3246" actId="15"/>
          <ac:spMkLst>
            <pc:docMk/>
            <pc:sldMk cId="1375594594" sldId="263"/>
            <ac:spMk id="14" creationId="{0A1DAF55-DFB1-C4EE-99C0-04B682BF5D1E}"/>
          </ac:spMkLst>
        </pc:spChg>
      </pc:sldChg>
      <pc:sldChg chg="delSp modSp add mod">
        <pc:chgData name="Ezra Olagoke" userId="d0d178bf0f90dd41" providerId="LiveId" clId="{B60E4D59-CD1E-4E4E-9267-D78819FB75F0}" dt="2026-03-09T19:06:00.284" v="3493" actId="20577"/>
        <pc:sldMkLst>
          <pc:docMk/>
          <pc:sldMk cId="799457164" sldId="264"/>
        </pc:sldMkLst>
        <pc:spChg chg="mod">
          <ac:chgData name="Ezra Olagoke" userId="d0d178bf0f90dd41" providerId="LiveId" clId="{B60E4D59-CD1E-4E4E-9267-D78819FB75F0}" dt="2026-03-09T19:03:45.908" v="3282" actId="20577"/>
          <ac:spMkLst>
            <pc:docMk/>
            <pc:sldMk cId="799457164" sldId="264"/>
            <ac:spMk id="2" creationId="{4261279B-0505-2305-5473-8D96B87921A7}"/>
          </ac:spMkLst>
        </pc:spChg>
        <pc:spChg chg="mod">
          <ac:chgData name="Ezra Olagoke" userId="d0d178bf0f90dd41" providerId="LiveId" clId="{B60E4D59-CD1E-4E4E-9267-D78819FB75F0}" dt="2026-03-09T19:06:00.284" v="3493" actId="20577"/>
          <ac:spMkLst>
            <pc:docMk/>
            <pc:sldMk cId="799457164" sldId="264"/>
            <ac:spMk id="14" creationId="{29468594-9F3B-A52D-C127-F1EF8E6BDA3B}"/>
          </ac:spMkLst>
        </pc:spChg>
      </pc:sldChg>
      <pc:sldChg chg="modSp add del mod">
        <pc:chgData name="Ezra Olagoke" userId="d0d178bf0f90dd41" providerId="LiveId" clId="{B60E4D59-CD1E-4E4E-9267-D78819FB75F0}" dt="2026-03-10T02:23:57.883" v="3960" actId="20577"/>
        <pc:sldMkLst>
          <pc:docMk/>
          <pc:sldMk cId="2086054816" sldId="265"/>
        </pc:sldMkLst>
        <pc:spChg chg="mod">
          <ac:chgData name="Ezra Olagoke" userId="d0d178bf0f90dd41" providerId="LiveId" clId="{B60E4D59-CD1E-4E4E-9267-D78819FB75F0}" dt="2026-03-09T19:06:38.663" v="3519" actId="20577"/>
          <ac:spMkLst>
            <pc:docMk/>
            <pc:sldMk cId="2086054816" sldId="265"/>
            <ac:spMk id="2" creationId="{D6B3DE9B-DB9F-E790-7492-AA0DD60EA951}"/>
          </ac:spMkLst>
        </pc:spChg>
        <pc:spChg chg="mod">
          <ac:chgData name="Ezra Olagoke" userId="d0d178bf0f90dd41" providerId="LiveId" clId="{B60E4D59-CD1E-4E4E-9267-D78819FB75F0}" dt="2026-03-10T02:23:57.883" v="3960" actId="20577"/>
          <ac:spMkLst>
            <pc:docMk/>
            <pc:sldMk cId="2086054816" sldId="265"/>
            <ac:spMk id="14" creationId="{C6C6D368-1D92-569B-4A90-AC285CD5D87B}"/>
          </ac:spMkLst>
        </pc:spChg>
      </pc:sldChg>
      <pc:sldChg chg="modSp add mod">
        <pc:chgData name="Ezra Olagoke" userId="d0d178bf0f90dd41" providerId="LiveId" clId="{B60E4D59-CD1E-4E4E-9267-D78819FB75F0}" dt="2026-03-11T21:54:07.384" v="9796" actId="20577"/>
        <pc:sldMkLst>
          <pc:docMk/>
          <pc:sldMk cId="3524145522" sldId="266"/>
        </pc:sldMkLst>
        <pc:spChg chg="mod">
          <ac:chgData name="Ezra Olagoke" userId="d0d178bf0f90dd41" providerId="LiveId" clId="{B60E4D59-CD1E-4E4E-9267-D78819FB75F0}" dt="2026-03-11T16:41:39.717" v="7380" actId="20577"/>
          <ac:spMkLst>
            <pc:docMk/>
            <pc:sldMk cId="3524145522" sldId="266"/>
            <ac:spMk id="2" creationId="{BE1A1CC7-6611-C963-FB98-D553B2C5C2D3}"/>
          </ac:spMkLst>
        </pc:spChg>
        <pc:spChg chg="mod">
          <ac:chgData name="Ezra Olagoke" userId="d0d178bf0f90dd41" providerId="LiveId" clId="{B60E4D59-CD1E-4E4E-9267-D78819FB75F0}" dt="2026-03-11T21:54:07.384" v="9796" actId="20577"/>
          <ac:spMkLst>
            <pc:docMk/>
            <pc:sldMk cId="3524145522" sldId="266"/>
            <ac:spMk id="14" creationId="{A471D046-C86C-D2E6-F79F-B29FF672767F}"/>
          </ac:spMkLst>
        </pc:spChg>
      </pc:sldChg>
      <pc:sldChg chg="addSp delSp modSp add mod setBg setClrOvrMap delDesignElem chgLayout">
        <pc:chgData name="Ezra Olagoke" userId="d0d178bf0f90dd41" providerId="LiveId" clId="{B60E4D59-CD1E-4E4E-9267-D78819FB75F0}" dt="2026-03-11T21:51:16.420" v="9756" actId="20577"/>
        <pc:sldMkLst>
          <pc:docMk/>
          <pc:sldMk cId="3134068960" sldId="267"/>
        </pc:sldMkLst>
        <pc:spChg chg="mod ord">
          <ac:chgData name="Ezra Olagoke" userId="d0d178bf0f90dd41" providerId="LiveId" clId="{B60E4D59-CD1E-4E4E-9267-D78819FB75F0}" dt="2026-03-11T21:44:56.394" v="9506" actId="14100"/>
          <ac:spMkLst>
            <pc:docMk/>
            <pc:sldMk cId="3134068960" sldId="267"/>
            <ac:spMk id="2" creationId="{2BD3110B-52E9-027A-14F9-CE2D4197CEDB}"/>
          </ac:spMkLst>
        </pc:spChg>
        <pc:spChg chg="mod ord">
          <ac:chgData name="Ezra Olagoke" userId="d0d178bf0f90dd41" providerId="LiveId" clId="{B60E4D59-CD1E-4E4E-9267-D78819FB75F0}" dt="2026-03-11T21:20:20.780" v="8950" actId="26606"/>
          <ac:spMkLst>
            <pc:docMk/>
            <pc:sldMk cId="3134068960" sldId="267"/>
            <ac:spMk id="3" creationId="{162A9A14-C894-5C40-0BB1-03DAB572D9BB}"/>
          </ac:spMkLst>
        </pc:spChg>
        <pc:spChg chg="mod ord">
          <ac:chgData name="Ezra Olagoke" userId="d0d178bf0f90dd41" providerId="LiveId" clId="{B60E4D59-CD1E-4E4E-9267-D78819FB75F0}" dt="2026-03-11T21:51:16.420" v="9756" actId="20577"/>
          <ac:spMkLst>
            <pc:docMk/>
            <pc:sldMk cId="3134068960" sldId="267"/>
            <ac:spMk id="14" creationId="{1D95D0AD-D9A1-B329-C223-EF147EBAF449}"/>
          </ac:spMkLst>
        </pc:spChg>
        <pc:spChg chg="add del">
          <ac:chgData name="Ezra Olagoke" userId="d0d178bf0f90dd41" providerId="LiveId" clId="{B60E4D59-CD1E-4E4E-9267-D78819FB75F0}" dt="2026-03-11T17:01:36.364" v="7728" actId="26606"/>
          <ac:spMkLst>
            <pc:docMk/>
            <pc:sldMk cId="3134068960" sldId="267"/>
            <ac:spMk id="16" creationId="{8D77D416-66F5-413A-9B46-6289471B36B6}"/>
          </ac:spMkLst>
        </pc:spChg>
        <pc:spChg chg="add del">
          <ac:chgData name="Ezra Olagoke" userId="d0d178bf0f90dd41" providerId="LiveId" clId="{B60E4D59-CD1E-4E4E-9267-D78819FB75F0}" dt="2026-03-11T17:01:57.582" v="7734" actId="26606"/>
          <ac:spMkLst>
            <pc:docMk/>
            <pc:sldMk cId="3134068960" sldId="267"/>
            <ac:spMk id="17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17:01:43.213" v="7730" actId="26606"/>
          <ac:spMkLst>
            <pc:docMk/>
            <pc:sldMk cId="3134068960" sldId="267"/>
            <ac:spMk id="18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17:01:26.520" v="7724" actId="26606"/>
          <ac:spMkLst>
            <pc:docMk/>
            <pc:sldMk cId="3134068960" sldId="267"/>
            <ac:spMk id="19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17:02:14.818" v="7738" actId="26606"/>
          <ac:spMkLst>
            <pc:docMk/>
            <pc:sldMk cId="3134068960" sldId="267"/>
            <ac:spMk id="20" creationId="{8D77D416-66F5-413A-9B46-6289471B36B6}"/>
          </ac:spMkLst>
        </pc:spChg>
        <pc:spChg chg="add del">
          <ac:chgData name="Ezra Olagoke" userId="d0d178bf0f90dd41" providerId="LiveId" clId="{B60E4D59-CD1E-4E4E-9267-D78819FB75F0}" dt="2026-03-11T21:15:40.045" v="8915" actId="26606"/>
          <ac:spMkLst>
            <pc:docMk/>
            <pc:sldMk cId="3134068960" sldId="267"/>
            <ac:spMk id="21" creationId="{B1B60728-8C3E-4908-96B8-23E96225950E}"/>
          </ac:spMkLst>
        </pc:spChg>
        <pc:spChg chg="add del">
          <ac:chgData name="Ezra Olagoke" userId="d0d178bf0f90dd41" providerId="LiveId" clId="{B60E4D59-CD1E-4E4E-9267-D78819FB75F0}" dt="2026-03-11T17:24:10.971" v="7945" actId="700"/>
          <ac:spMkLst>
            <pc:docMk/>
            <pc:sldMk cId="3134068960" sldId="267"/>
            <ac:spMk id="22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21:15:40.045" v="8915" actId="26606"/>
          <ac:spMkLst>
            <pc:docMk/>
            <pc:sldMk cId="3134068960" sldId="267"/>
            <ac:spMk id="23" creationId="{6020E385-54F4-42F2-9A7E-7A8B8160EC60}"/>
          </ac:spMkLst>
        </pc:spChg>
        <pc:spChg chg="add del">
          <ac:chgData name="Ezra Olagoke" userId="d0d178bf0f90dd41" providerId="LiveId" clId="{B60E4D59-CD1E-4E4E-9267-D78819FB75F0}" dt="2026-03-11T21:19:00.308" v="8940" actId="700"/>
          <ac:spMkLst>
            <pc:docMk/>
            <pc:sldMk cId="3134068960" sldId="267"/>
            <ac:spMk id="24" creationId="{0F164E5A-ABC0-4A97-86CA-5F7C26615F3C}"/>
          </ac:spMkLst>
        </pc:spChg>
        <pc:spChg chg="add del">
          <ac:chgData name="Ezra Olagoke" userId="d0d178bf0f90dd41" providerId="LiveId" clId="{B60E4D59-CD1E-4E4E-9267-D78819FB75F0}" dt="2026-03-11T21:19:00.308" v="8940" actId="700"/>
          <ac:spMkLst>
            <pc:docMk/>
            <pc:sldMk cId="3134068960" sldId="267"/>
            <ac:spMk id="25" creationId="{C2393E8D-D10F-4FE1-AC21-8B44BEB50089}"/>
          </ac:spMkLst>
        </pc:spChg>
        <pc:spChg chg="add del">
          <ac:chgData name="Ezra Olagoke" userId="d0d178bf0f90dd41" providerId="LiveId" clId="{B60E4D59-CD1E-4E4E-9267-D78819FB75F0}" dt="2026-03-11T21:18:26.867" v="8934" actId="26606"/>
          <ac:spMkLst>
            <pc:docMk/>
            <pc:sldMk cId="3134068960" sldId="267"/>
            <ac:spMk id="26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21:15:53.669" v="8921" actId="26606"/>
          <ac:spMkLst>
            <pc:docMk/>
            <pc:sldMk cId="3134068960" sldId="267"/>
            <ac:spMk id="27" creationId="{8D77D416-66F5-413A-9B46-6289471B36B6}"/>
          </ac:spMkLst>
        </pc:spChg>
        <pc:spChg chg="add del">
          <ac:chgData name="Ezra Olagoke" userId="d0d178bf0f90dd41" providerId="LiveId" clId="{B60E4D59-CD1E-4E4E-9267-D78819FB75F0}" dt="2026-03-11T21:20:20.780" v="8950" actId="26606"/>
          <ac:spMkLst>
            <pc:docMk/>
            <pc:sldMk cId="3134068960" sldId="267"/>
            <ac:spMk id="28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21:16:07.863" v="8923" actId="26606"/>
          <ac:spMkLst>
            <pc:docMk/>
            <pc:sldMk cId="3134068960" sldId="267"/>
            <ac:spMk id="29" creationId="{6020E385-54F4-42F2-9A7E-7A8B8160EC60}"/>
          </ac:spMkLst>
        </pc:spChg>
        <pc:spChg chg="add del">
          <ac:chgData name="Ezra Olagoke" userId="d0d178bf0f90dd41" providerId="LiveId" clId="{B60E4D59-CD1E-4E4E-9267-D78819FB75F0}" dt="2026-03-11T21:16:07.863" v="8923" actId="26606"/>
          <ac:spMkLst>
            <pc:docMk/>
            <pc:sldMk cId="3134068960" sldId="267"/>
            <ac:spMk id="30" creationId="{B1B60728-8C3E-4908-96B8-23E96225950E}"/>
          </ac:spMkLst>
        </pc:spChg>
        <pc:spChg chg="add del">
          <ac:chgData name="Ezra Olagoke" userId="d0d178bf0f90dd41" providerId="LiveId" clId="{B60E4D59-CD1E-4E4E-9267-D78819FB75F0}" dt="2026-03-11T21:16:12.372" v="8925" actId="26606"/>
          <ac:spMkLst>
            <pc:docMk/>
            <pc:sldMk cId="3134068960" sldId="267"/>
            <ac:spMk id="32" creationId="{229B61F6-561C-44B1-809D-51A2F295F329}"/>
          </ac:spMkLst>
        </pc:spChg>
        <pc:spChg chg="add">
          <ac:chgData name="Ezra Olagoke" userId="d0d178bf0f90dd41" providerId="LiveId" clId="{B60E4D59-CD1E-4E4E-9267-D78819FB75F0}" dt="2026-03-11T21:20:20.780" v="8950" actId="26606"/>
          <ac:spMkLst>
            <pc:docMk/>
            <pc:sldMk cId="3134068960" sldId="267"/>
            <ac:spMk id="33" creationId="{97E60398-905F-436C-AB6F-00D742F6258D}"/>
          </ac:spMkLst>
        </pc:spChg>
        <pc:picChg chg="add del mod ord">
          <ac:chgData name="Ezra Olagoke" userId="d0d178bf0f90dd41" providerId="LiveId" clId="{B60E4D59-CD1E-4E4E-9267-D78819FB75F0}" dt="2026-03-11T17:23:11.669" v="7944" actId="478"/>
          <ac:picMkLst>
            <pc:docMk/>
            <pc:sldMk cId="3134068960" sldId="267"/>
            <ac:picMk id="5" creationId="{98383E52-4006-AEA8-3A5F-CFE887B6E1A4}"/>
          </ac:picMkLst>
        </pc:picChg>
        <pc:picChg chg="add mod ord">
          <ac:chgData name="Ezra Olagoke" userId="d0d178bf0f90dd41" providerId="LiveId" clId="{B60E4D59-CD1E-4E4E-9267-D78819FB75F0}" dt="2026-03-11T21:20:20.780" v="8950" actId="26606"/>
          <ac:picMkLst>
            <pc:docMk/>
            <pc:sldMk cId="3134068960" sldId="267"/>
            <ac:picMk id="5" creationId="{D90A69BB-F00D-5620-9693-8BF2D3F58E00}"/>
          </ac:picMkLst>
        </pc:picChg>
        <pc:picChg chg="add del mod ord">
          <ac:chgData name="Ezra Olagoke" userId="d0d178bf0f90dd41" providerId="LiveId" clId="{B60E4D59-CD1E-4E4E-9267-D78819FB75F0}" dt="2026-03-11T21:18:45.763" v="8939" actId="931"/>
          <ac:picMkLst>
            <pc:docMk/>
            <pc:sldMk cId="3134068960" sldId="267"/>
            <ac:picMk id="7" creationId="{D5EF7486-4F12-6A80-7D08-807596654842}"/>
          </ac:picMkLst>
        </pc:picChg>
      </pc:sldChg>
      <pc:sldChg chg="modSp add mod ord">
        <pc:chgData name="Ezra Olagoke" userId="d0d178bf0f90dd41" providerId="LiveId" clId="{B60E4D59-CD1E-4E4E-9267-D78819FB75F0}" dt="2026-03-11T16:47:19.207" v="7719" actId="20577"/>
        <pc:sldMkLst>
          <pc:docMk/>
          <pc:sldMk cId="3344930043" sldId="268"/>
        </pc:sldMkLst>
        <pc:spChg chg="mod">
          <ac:chgData name="Ezra Olagoke" userId="d0d178bf0f90dd41" providerId="LiveId" clId="{B60E4D59-CD1E-4E4E-9267-D78819FB75F0}" dt="2026-03-11T16:42:32.283" v="7393" actId="20577"/>
          <ac:spMkLst>
            <pc:docMk/>
            <pc:sldMk cId="3344930043" sldId="268"/>
            <ac:spMk id="2" creationId="{994810B0-EB88-23A3-9B7A-FE022B6517F4}"/>
          </ac:spMkLst>
        </pc:spChg>
        <pc:spChg chg="mod">
          <ac:chgData name="Ezra Olagoke" userId="d0d178bf0f90dd41" providerId="LiveId" clId="{B60E4D59-CD1E-4E4E-9267-D78819FB75F0}" dt="2026-03-11T16:47:19.207" v="7719" actId="20577"/>
          <ac:spMkLst>
            <pc:docMk/>
            <pc:sldMk cId="3344930043" sldId="268"/>
            <ac:spMk id="14" creationId="{DF6E465E-E779-5AFD-C3E6-D96FEB7FA967}"/>
          </ac:spMkLst>
        </pc:spChg>
      </pc:sldChg>
      <pc:sldChg chg="addSp delSp modSp add del mod setBg setClrOvrMap delDesignElem">
        <pc:chgData name="Ezra Olagoke" userId="d0d178bf0f90dd41" providerId="LiveId" clId="{B60E4D59-CD1E-4E4E-9267-D78819FB75F0}" dt="2026-03-11T21:22:00.169" v="8951" actId="47"/>
        <pc:sldMkLst>
          <pc:docMk/>
          <pc:sldMk cId="3525421936" sldId="269"/>
        </pc:sldMkLst>
        <pc:spChg chg="mod">
          <ac:chgData name="Ezra Olagoke" userId="d0d178bf0f90dd41" providerId="LiveId" clId="{B60E4D59-CD1E-4E4E-9267-D78819FB75F0}" dt="2026-03-11T17:27:35.818" v="7983" actId="255"/>
          <ac:spMkLst>
            <pc:docMk/>
            <pc:sldMk cId="3525421936" sldId="269"/>
            <ac:spMk id="2" creationId="{C0011898-F4F2-5525-3723-A3437AD269F1}"/>
          </ac:spMkLst>
        </pc:spChg>
        <pc:spChg chg="mod ord">
          <ac:chgData name="Ezra Olagoke" userId="d0d178bf0f90dd41" providerId="LiveId" clId="{B60E4D59-CD1E-4E4E-9267-D78819FB75F0}" dt="2026-03-11T17:26:34.058" v="7968" actId="26606"/>
          <ac:spMkLst>
            <pc:docMk/>
            <pc:sldMk cId="3525421936" sldId="269"/>
            <ac:spMk id="3" creationId="{69FFF70C-CCAC-65A5-0AC3-04951A6A92FE}"/>
          </ac:spMkLst>
        </pc:spChg>
        <pc:spChg chg="add del mod">
          <ac:chgData name="Ezra Olagoke" userId="d0d178bf0f90dd41" providerId="LiveId" clId="{B60E4D59-CD1E-4E4E-9267-D78819FB75F0}" dt="2026-03-11T17:26:34.058" v="7969" actId="26606"/>
          <ac:spMkLst>
            <pc:docMk/>
            <pc:sldMk cId="3525421936" sldId="269"/>
            <ac:spMk id="14" creationId="{43F00B63-D2C0-8297-1909-3A43EE00C6B9}"/>
          </ac:spMkLst>
        </pc:spChg>
        <pc:spChg chg="add del">
          <ac:chgData name="Ezra Olagoke" userId="d0d178bf0f90dd41" providerId="LiveId" clId="{B60E4D59-CD1E-4E4E-9267-D78819FB75F0}" dt="2026-03-11T17:25:09.026" v="7955" actId="26606"/>
          <ac:spMkLst>
            <pc:docMk/>
            <pc:sldMk cId="3525421936" sldId="269"/>
            <ac:spMk id="16" creationId="{8D77D416-66F5-413A-9B46-6289471B36B6}"/>
          </ac:spMkLst>
        </pc:spChg>
        <pc:spChg chg="add del">
          <ac:chgData name="Ezra Olagoke" userId="d0d178bf0f90dd41" providerId="LiveId" clId="{B60E4D59-CD1E-4E4E-9267-D78819FB75F0}" dt="2026-03-11T17:24:44.088" v="7950" actId="26606"/>
          <ac:spMkLst>
            <pc:docMk/>
            <pc:sldMk cId="3525421936" sldId="269"/>
            <ac:spMk id="19" creationId="{229B61F6-561C-44B1-809D-51A2F295F329}"/>
          </ac:spMkLst>
        </pc:spChg>
        <pc:spChg chg="add del">
          <ac:chgData name="Ezra Olagoke" userId="d0d178bf0f90dd41" providerId="LiveId" clId="{B60E4D59-CD1E-4E4E-9267-D78819FB75F0}" dt="2026-03-11T17:26:34.058" v="7969" actId="26606"/>
          <ac:spMkLst>
            <pc:docMk/>
            <pc:sldMk cId="3525421936" sldId="269"/>
            <ac:spMk id="21" creationId="{15045B1D-AED4-407C-BC82-BF20E4E4FF38}"/>
          </ac:spMkLst>
        </pc:spChg>
        <pc:spChg chg="del">
          <ac:chgData name="Ezra Olagoke" userId="d0d178bf0f90dd41" providerId="LiveId" clId="{B60E4D59-CD1E-4E4E-9267-D78819FB75F0}" dt="2026-03-11T17:21:52.620" v="7909"/>
          <ac:spMkLst>
            <pc:docMk/>
            <pc:sldMk cId="3525421936" sldId="269"/>
            <ac:spMk id="22" creationId="{E0F7880C-CEE1-80DC-DC48-DEBB1A2A19FE}"/>
          </ac:spMkLst>
        </pc:spChg>
        <pc:spChg chg="add del">
          <ac:chgData name="Ezra Olagoke" userId="d0d178bf0f90dd41" providerId="LiveId" clId="{B60E4D59-CD1E-4E4E-9267-D78819FB75F0}" dt="2026-03-11T17:26:10.047" v="7960" actId="26606"/>
          <ac:spMkLst>
            <pc:docMk/>
            <pc:sldMk cId="3525421936" sldId="269"/>
            <ac:spMk id="24" creationId="{15045B1D-AED4-407C-BC82-BF20E4E4FF38}"/>
          </ac:spMkLst>
        </pc:spChg>
        <pc:spChg chg="add del">
          <ac:chgData name="Ezra Olagoke" userId="d0d178bf0f90dd41" providerId="LiveId" clId="{B60E4D59-CD1E-4E4E-9267-D78819FB75F0}" dt="2026-03-11T17:26:17.732" v="7962" actId="26606"/>
          <ac:spMkLst>
            <pc:docMk/>
            <pc:sldMk cId="3525421936" sldId="269"/>
            <ac:spMk id="26" creationId="{15045B1D-AED4-407C-BC82-BF20E4E4FF38}"/>
          </ac:spMkLst>
        </pc:spChg>
        <pc:spChg chg="add del">
          <ac:chgData name="Ezra Olagoke" userId="d0d178bf0f90dd41" providerId="LiveId" clId="{B60E4D59-CD1E-4E4E-9267-D78819FB75F0}" dt="2026-03-11T17:26:22.170" v="7964" actId="26606"/>
          <ac:spMkLst>
            <pc:docMk/>
            <pc:sldMk cId="3525421936" sldId="269"/>
            <ac:spMk id="28" creationId="{B1B60728-8C3E-4908-96B8-23E96225950E}"/>
          </ac:spMkLst>
        </pc:spChg>
        <pc:spChg chg="add del">
          <ac:chgData name="Ezra Olagoke" userId="d0d178bf0f90dd41" providerId="LiveId" clId="{B60E4D59-CD1E-4E4E-9267-D78819FB75F0}" dt="2026-03-11T17:26:22.170" v="7964" actId="26606"/>
          <ac:spMkLst>
            <pc:docMk/>
            <pc:sldMk cId="3525421936" sldId="269"/>
            <ac:spMk id="29" creationId="{6020E385-54F4-42F2-9A7E-7A8B8160EC60}"/>
          </ac:spMkLst>
        </pc:spChg>
        <pc:spChg chg="add del">
          <ac:chgData name="Ezra Olagoke" userId="d0d178bf0f90dd41" providerId="LiveId" clId="{B60E4D59-CD1E-4E4E-9267-D78819FB75F0}" dt="2026-03-11T17:26:22.170" v="7964" actId="26606"/>
          <ac:spMkLst>
            <pc:docMk/>
            <pc:sldMk cId="3525421936" sldId="269"/>
            <ac:spMk id="30" creationId="{43F00B63-D2C0-8297-1909-3A43EE00C6B9}"/>
          </ac:spMkLst>
        </pc:spChg>
        <pc:spChg chg="add del">
          <ac:chgData name="Ezra Olagoke" userId="d0d178bf0f90dd41" providerId="LiveId" clId="{B60E4D59-CD1E-4E4E-9267-D78819FB75F0}" dt="2026-03-11T17:26:24.856" v="7966" actId="26606"/>
          <ac:spMkLst>
            <pc:docMk/>
            <pc:sldMk cId="3525421936" sldId="269"/>
            <ac:spMk id="32" creationId="{43F00B63-D2C0-8297-1909-3A43EE00C6B9}"/>
          </ac:spMkLst>
        </pc:spChg>
        <pc:spChg chg="add del">
          <ac:chgData name="Ezra Olagoke" userId="d0d178bf0f90dd41" providerId="LiveId" clId="{B60E4D59-CD1E-4E4E-9267-D78819FB75F0}" dt="2026-03-11T17:26:34.058" v="7968" actId="26606"/>
          <ac:spMkLst>
            <pc:docMk/>
            <pc:sldMk cId="3525421936" sldId="269"/>
            <ac:spMk id="34" creationId="{C127A948-DD34-46E2-BA8A-5C506EB9344A}"/>
          </ac:spMkLst>
        </pc:spChg>
        <pc:spChg chg="add del">
          <ac:chgData name="Ezra Olagoke" userId="d0d178bf0f90dd41" providerId="LiveId" clId="{B60E4D59-CD1E-4E4E-9267-D78819FB75F0}" dt="2026-03-11T17:26:34.058" v="7968" actId="26606"/>
          <ac:spMkLst>
            <pc:docMk/>
            <pc:sldMk cId="3525421936" sldId="269"/>
            <ac:spMk id="35" creationId="{8260DEEA-D593-4424-A58A-3FB2BA203768}"/>
          </ac:spMkLst>
        </pc:spChg>
        <pc:spChg chg="add del">
          <ac:chgData name="Ezra Olagoke" userId="d0d178bf0f90dd41" providerId="LiveId" clId="{B60E4D59-CD1E-4E4E-9267-D78819FB75F0}" dt="2026-03-11T17:26:34.058" v="7968" actId="26606"/>
          <ac:spMkLst>
            <pc:docMk/>
            <pc:sldMk cId="3525421936" sldId="269"/>
            <ac:spMk id="36" creationId="{43F00B63-D2C0-8297-1909-3A43EE00C6B9}"/>
          </ac:spMkLst>
        </pc:spChg>
        <pc:spChg chg="add">
          <ac:chgData name="Ezra Olagoke" userId="d0d178bf0f90dd41" providerId="LiveId" clId="{B60E4D59-CD1E-4E4E-9267-D78819FB75F0}" dt="2026-03-11T17:26:34.058" v="7969" actId="26606"/>
          <ac:spMkLst>
            <pc:docMk/>
            <pc:sldMk cId="3525421936" sldId="269"/>
            <ac:spMk id="38" creationId="{43F00B63-D2C0-8297-1909-3A43EE00C6B9}"/>
          </ac:spMkLst>
        </pc:spChg>
        <pc:graphicFrameChg chg="add del">
          <ac:chgData name="Ezra Olagoke" userId="d0d178bf0f90dd41" providerId="LiveId" clId="{B60E4D59-CD1E-4E4E-9267-D78819FB75F0}" dt="2026-03-11T17:26:10.047" v="7960" actId="26606"/>
          <ac:graphicFrameMkLst>
            <pc:docMk/>
            <pc:sldMk cId="3525421936" sldId="269"/>
            <ac:graphicFrameMk id="23" creationId="{A5D30FB4-3BA8-D2B5-B64F-AD6F0043661C}"/>
          </ac:graphicFrameMkLst>
        </pc:graphicFrameChg>
        <pc:graphicFrameChg chg="add del">
          <ac:chgData name="Ezra Olagoke" userId="d0d178bf0f90dd41" providerId="LiveId" clId="{B60E4D59-CD1E-4E4E-9267-D78819FB75F0}" dt="2026-03-11T17:26:17.732" v="7962" actId="26606"/>
          <ac:graphicFrameMkLst>
            <pc:docMk/>
            <pc:sldMk cId="3525421936" sldId="269"/>
            <ac:graphicFrameMk id="27" creationId="{DD5B2608-965A-B090-B750-88595AAD1DD4}"/>
          </ac:graphicFrameMkLst>
        </pc:graphicFrameChg>
        <pc:picChg chg="del">
          <ac:chgData name="Ezra Olagoke" userId="d0d178bf0f90dd41" providerId="LiveId" clId="{B60E4D59-CD1E-4E4E-9267-D78819FB75F0}" dt="2026-03-11T17:21:55.419" v="7910" actId="478"/>
          <ac:picMkLst>
            <pc:docMk/>
            <pc:sldMk cId="3525421936" sldId="269"/>
            <ac:picMk id="5" creationId="{342929D1-512D-F58B-827C-735E64A5E795}"/>
          </ac:picMkLst>
        </pc:picChg>
        <pc:picChg chg="add mod ord">
          <ac:chgData name="Ezra Olagoke" userId="d0d178bf0f90dd41" providerId="LiveId" clId="{B60E4D59-CD1E-4E4E-9267-D78819FB75F0}" dt="2026-03-11T17:26:34.058" v="7969" actId="26606"/>
          <ac:picMkLst>
            <pc:docMk/>
            <pc:sldMk cId="3525421936" sldId="269"/>
            <ac:picMk id="6" creationId="{06F1403F-DC07-5688-7856-27611C9E44D9}"/>
          </ac:picMkLst>
        </pc:picChg>
      </pc:sldChg>
      <pc:sldChg chg="modSp add mod setBg">
        <pc:chgData name="Ezra Olagoke" userId="d0d178bf0f90dd41" providerId="LiveId" clId="{B60E4D59-CD1E-4E4E-9267-D78819FB75F0}" dt="2026-03-11T21:45:08.580" v="9518" actId="20577"/>
        <pc:sldMkLst>
          <pc:docMk/>
          <pc:sldMk cId="376137818" sldId="270"/>
        </pc:sldMkLst>
        <pc:spChg chg="mod">
          <ac:chgData name="Ezra Olagoke" userId="d0d178bf0f90dd41" providerId="LiveId" clId="{B60E4D59-CD1E-4E4E-9267-D78819FB75F0}" dt="2026-03-11T21:45:08.580" v="9518" actId="20577"/>
          <ac:spMkLst>
            <pc:docMk/>
            <pc:sldMk cId="376137818" sldId="270"/>
            <ac:spMk id="2" creationId="{3C460D28-3C9B-0DA1-0862-C98D4C965DD4}"/>
          </ac:spMkLst>
        </pc:spChg>
        <pc:spChg chg="mod">
          <ac:chgData name="Ezra Olagoke" userId="d0d178bf0f90dd41" providerId="LiveId" clId="{B60E4D59-CD1E-4E4E-9267-D78819FB75F0}" dt="2026-03-11T21:14:39.475" v="8877" actId="20577"/>
          <ac:spMkLst>
            <pc:docMk/>
            <pc:sldMk cId="376137818" sldId="270"/>
            <ac:spMk id="14" creationId="{CA2E5DE8-4422-8F75-03D6-6A2C59C56055}"/>
          </ac:spMkLst>
        </pc:spChg>
      </pc:sldChg>
      <pc:sldMasterChg chg="modSldLayout">
        <pc:chgData name="Ezra Olagoke" userId="d0d178bf0f90dd41" providerId="LiveId" clId="{B60E4D59-CD1E-4E4E-9267-D78819FB75F0}" dt="2026-03-11T15:41:21.304" v="4454"/>
        <pc:sldMasterMkLst>
          <pc:docMk/>
          <pc:sldMasterMk cId="1449208637" sldId="2147483660"/>
        </pc:sldMasterMkLst>
        <pc:sldLayoutChg chg="addSp">
          <pc:chgData name="Ezra Olagoke" userId="d0d178bf0f90dd41" providerId="LiveId" clId="{B60E4D59-CD1E-4E4E-9267-D78819FB75F0}" dt="2026-03-11T15:41:21.304" v="4454"/>
          <pc:sldLayoutMkLst>
            <pc:docMk/>
            <pc:sldMasterMk cId="1449208637" sldId="2147483660"/>
            <pc:sldLayoutMk cId="501550754" sldId="2147483661"/>
          </pc:sldLayoutMkLst>
          <pc:picChg chg="add">
            <ac:chgData name="Ezra Olagoke" userId="d0d178bf0f90dd41" providerId="LiveId" clId="{B60E4D59-CD1E-4E4E-9267-D78819FB75F0}" dt="2026-03-11T15:41:21.304" v="4454"/>
            <ac:picMkLst>
              <pc:docMk/>
              <pc:sldMasterMk cId="1449208637" sldId="2147483660"/>
              <pc:sldLayoutMk cId="501550754" sldId="2147483661"/>
              <ac:picMk id="8" creationId="{8F3BF5F2-AE5E-2FAF-3AC8-0765705BBBBB}"/>
            </ac:picMkLst>
          </pc:picChg>
        </pc:sldLayoutChg>
        <pc:sldLayoutChg chg="addSp">
          <pc:chgData name="Ezra Olagoke" userId="d0d178bf0f90dd41" providerId="LiveId" clId="{B60E4D59-CD1E-4E4E-9267-D78819FB75F0}" dt="2026-03-11T15:41:21.304" v="4454"/>
          <pc:sldLayoutMkLst>
            <pc:docMk/>
            <pc:sldMasterMk cId="1449208637" sldId="2147483660"/>
            <pc:sldLayoutMk cId="4068683132" sldId="2147483662"/>
          </pc:sldLayoutMkLst>
          <pc:picChg chg="add">
            <ac:chgData name="Ezra Olagoke" userId="d0d178bf0f90dd41" providerId="LiveId" clId="{B60E4D59-CD1E-4E4E-9267-D78819FB75F0}" dt="2026-03-11T15:41:21.304" v="4454"/>
            <ac:picMkLst>
              <pc:docMk/>
              <pc:sldMasterMk cId="1449208637" sldId="2147483660"/>
              <pc:sldLayoutMk cId="4068683132" sldId="2147483662"/>
              <ac:picMk id="7" creationId="{042DB912-02B6-8686-0F60-94011B8DED5F}"/>
            </ac:picMkLst>
          </pc:picChg>
        </pc:sldLayoutChg>
      </pc:sldMasterChg>
      <pc:sldMasterChg chg="modSldLayout">
        <pc:chgData name="Ezra Olagoke" userId="d0d178bf0f90dd41" providerId="LiveId" clId="{B60E4D59-CD1E-4E4E-9267-D78819FB75F0}" dt="2026-03-11T15:40:39.493" v="4452"/>
        <pc:sldMasterMkLst>
          <pc:docMk/>
          <pc:sldMasterMk cId="3874778083" sldId="2147483660"/>
        </pc:sldMasterMkLst>
        <pc:sldLayoutChg chg="addSp">
          <pc:chgData name="Ezra Olagoke" userId="d0d178bf0f90dd41" providerId="LiveId" clId="{B60E4D59-CD1E-4E4E-9267-D78819FB75F0}" dt="2026-03-11T15:40:39.493" v="4452"/>
          <pc:sldLayoutMkLst>
            <pc:docMk/>
            <pc:sldMasterMk cId="3874778083" sldId="2147483660"/>
            <pc:sldLayoutMk cId="2487451101" sldId="2147483661"/>
          </pc:sldLayoutMkLst>
          <pc:picChg chg="add">
            <ac:chgData name="Ezra Olagoke" userId="d0d178bf0f90dd41" providerId="LiveId" clId="{B60E4D59-CD1E-4E4E-9267-D78819FB75F0}" dt="2026-03-11T15:40:39.493" v="4452"/>
            <ac:picMkLst>
              <pc:docMk/>
              <pc:sldMasterMk cId="3874778083" sldId="2147483660"/>
              <pc:sldLayoutMk cId="2487451101" sldId="2147483661"/>
              <ac:picMk id="8" creationId="{5570E8A2-571B-849F-0E83-5E83168AEED8}"/>
            </ac:picMkLst>
          </pc:picChg>
        </pc:sldLayoutChg>
        <pc:sldLayoutChg chg="addSp">
          <pc:chgData name="Ezra Olagoke" userId="d0d178bf0f90dd41" providerId="LiveId" clId="{B60E4D59-CD1E-4E4E-9267-D78819FB75F0}" dt="2026-03-11T15:40:39.493" v="4452"/>
          <pc:sldLayoutMkLst>
            <pc:docMk/>
            <pc:sldMasterMk cId="3874778083" sldId="2147483660"/>
            <pc:sldLayoutMk cId="4012326226" sldId="2147483662"/>
          </pc:sldLayoutMkLst>
          <pc:picChg chg="add">
            <ac:chgData name="Ezra Olagoke" userId="d0d178bf0f90dd41" providerId="LiveId" clId="{B60E4D59-CD1E-4E4E-9267-D78819FB75F0}" dt="2026-03-11T15:40:39.493" v="4452"/>
            <ac:picMkLst>
              <pc:docMk/>
              <pc:sldMasterMk cId="3874778083" sldId="2147483660"/>
              <pc:sldLayoutMk cId="4012326226" sldId="2147483662"/>
              <ac:picMk id="7" creationId="{0211E74B-662F-81B3-F9F8-77DAD8686D43}"/>
            </ac:picMkLst>
          </pc:picChg>
        </pc:sldLayoutChg>
      </pc:sldMasterChg>
      <pc:sldMasterChg chg="modSldLayout">
        <pc:chgData name="Ezra Olagoke" userId="d0d178bf0f90dd41" providerId="LiveId" clId="{B60E4D59-CD1E-4E4E-9267-D78819FB75F0}" dt="2026-03-11T15:41:39.792" v="4455"/>
        <pc:sldMasterMkLst>
          <pc:docMk/>
          <pc:sldMasterMk cId="38560425" sldId="2147483677"/>
        </pc:sldMasterMkLst>
        <pc:sldLayoutChg chg="addSp">
          <pc:chgData name="Ezra Olagoke" userId="d0d178bf0f90dd41" providerId="LiveId" clId="{B60E4D59-CD1E-4E4E-9267-D78819FB75F0}" dt="2026-03-11T15:41:39.792" v="4455"/>
          <pc:sldLayoutMkLst>
            <pc:docMk/>
            <pc:sldMasterMk cId="38560425" sldId="2147483677"/>
            <pc:sldLayoutMk cId="2344573832" sldId="2147483678"/>
          </pc:sldLayoutMkLst>
          <pc:picChg chg="add">
            <ac:chgData name="Ezra Olagoke" userId="d0d178bf0f90dd41" providerId="LiveId" clId="{B60E4D59-CD1E-4E4E-9267-D78819FB75F0}" dt="2026-03-11T15:41:39.792" v="4455"/>
            <ac:picMkLst>
              <pc:docMk/>
              <pc:sldMasterMk cId="38560425" sldId="2147483677"/>
              <pc:sldLayoutMk cId="2344573832" sldId="2147483678"/>
              <ac:picMk id="7" creationId="{65776378-7A43-1B9C-E9A2-A2A9AAA68D5D}"/>
            </ac:picMkLst>
          </pc:picChg>
        </pc:sldLayoutChg>
        <pc:sldLayoutChg chg="addSp">
          <pc:chgData name="Ezra Olagoke" userId="d0d178bf0f90dd41" providerId="LiveId" clId="{B60E4D59-CD1E-4E4E-9267-D78819FB75F0}" dt="2026-03-11T15:41:39.792" v="4455"/>
          <pc:sldLayoutMkLst>
            <pc:docMk/>
            <pc:sldMasterMk cId="38560425" sldId="2147483677"/>
            <pc:sldLayoutMk cId="1566592887" sldId="2147483679"/>
          </pc:sldLayoutMkLst>
          <pc:picChg chg="add">
            <ac:chgData name="Ezra Olagoke" userId="d0d178bf0f90dd41" providerId="LiveId" clId="{B60E4D59-CD1E-4E4E-9267-D78819FB75F0}" dt="2026-03-11T15:41:39.792" v="4455"/>
            <ac:picMkLst>
              <pc:docMk/>
              <pc:sldMasterMk cId="38560425" sldId="2147483677"/>
              <pc:sldLayoutMk cId="1566592887" sldId="2147483679"/>
              <ac:picMk id="4" creationId="{EBF43FB1-3F04-7ACA-EEB0-49D2BE7DEC9F}"/>
            </ac:picMkLst>
          </pc:picChg>
        </pc:sldLayoutChg>
      </pc:sldMasterChg>
      <pc:sldMasterChg chg="modSldLayout">
        <pc:chgData name="Ezra Olagoke" userId="d0d178bf0f90dd41" providerId="LiveId" clId="{B60E4D59-CD1E-4E4E-9267-D78819FB75F0}" dt="2026-03-11T15:42:06.305" v="4456"/>
        <pc:sldMasterMkLst>
          <pc:docMk/>
          <pc:sldMasterMk cId="157775764" sldId="2147483695"/>
        </pc:sldMasterMkLst>
        <pc:sldLayoutChg chg="addSp">
          <pc:chgData name="Ezra Olagoke" userId="d0d178bf0f90dd41" providerId="LiveId" clId="{B60E4D59-CD1E-4E4E-9267-D78819FB75F0}" dt="2026-03-11T15:42:06.305" v="4456"/>
          <pc:sldLayoutMkLst>
            <pc:docMk/>
            <pc:sldMasterMk cId="157775764" sldId="2147483695"/>
            <pc:sldLayoutMk cId="1362631830" sldId="2147483696"/>
          </pc:sldLayoutMkLst>
          <pc:picChg chg="add">
            <ac:chgData name="Ezra Olagoke" userId="d0d178bf0f90dd41" providerId="LiveId" clId="{B60E4D59-CD1E-4E4E-9267-D78819FB75F0}" dt="2026-03-11T15:42:06.305" v="4456"/>
            <ac:picMkLst>
              <pc:docMk/>
              <pc:sldMasterMk cId="157775764" sldId="2147483695"/>
              <pc:sldLayoutMk cId="1362631830" sldId="2147483696"/>
              <ac:picMk id="7" creationId="{79DAF60F-4027-728A-9EEF-C8283B1AFDAB}"/>
            </ac:picMkLst>
          </pc:picChg>
        </pc:sldLayoutChg>
        <pc:sldLayoutChg chg="addSp">
          <pc:chgData name="Ezra Olagoke" userId="d0d178bf0f90dd41" providerId="LiveId" clId="{B60E4D59-CD1E-4E4E-9267-D78819FB75F0}" dt="2026-03-11T15:42:06.305" v="4456"/>
          <pc:sldLayoutMkLst>
            <pc:docMk/>
            <pc:sldMasterMk cId="157775764" sldId="2147483695"/>
            <pc:sldLayoutMk cId="3223347691" sldId="2147483697"/>
          </pc:sldLayoutMkLst>
          <pc:picChg chg="add">
            <ac:chgData name="Ezra Olagoke" userId="d0d178bf0f90dd41" providerId="LiveId" clId="{B60E4D59-CD1E-4E4E-9267-D78819FB75F0}" dt="2026-03-11T15:42:06.305" v="4456"/>
            <ac:picMkLst>
              <pc:docMk/>
              <pc:sldMasterMk cId="157775764" sldId="2147483695"/>
              <pc:sldLayoutMk cId="3223347691" sldId="2147483697"/>
              <ac:picMk id="7" creationId="{2550B0F6-D2A9-9F5C-BE17-A9CA8B113EB2}"/>
            </ac:picMkLst>
          </pc:picChg>
        </pc:sldLayoutChg>
      </pc:sldMasterChg>
      <pc:sldMasterChg chg="modSldLayout">
        <pc:chgData name="Ezra Olagoke" userId="d0d178bf0f90dd41" providerId="LiveId" clId="{B60E4D59-CD1E-4E4E-9267-D78819FB75F0}" dt="2026-03-11T15:49:07.439" v="4475" actId="27614"/>
        <pc:sldMasterMkLst>
          <pc:docMk/>
          <pc:sldMasterMk cId="2965447533" sldId="2147483707"/>
        </pc:sldMasterMkLst>
        <pc:sldLayoutChg chg="addSp">
          <pc:chgData name="Ezra Olagoke" userId="d0d178bf0f90dd41" providerId="LiveId" clId="{B60E4D59-CD1E-4E4E-9267-D78819FB75F0}" dt="2026-03-11T15:42:21.174" v="4457"/>
          <pc:sldLayoutMkLst>
            <pc:docMk/>
            <pc:sldMasterMk cId="2965447533" sldId="2147483707"/>
            <pc:sldLayoutMk cId="510104786" sldId="2147483708"/>
          </pc:sldLayoutMkLst>
          <pc:picChg chg="add">
            <ac:chgData name="Ezra Olagoke" userId="d0d178bf0f90dd41" providerId="LiveId" clId="{B60E4D59-CD1E-4E4E-9267-D78819FB75F0}" dt="2026-03-11T15:42:21.174" v="4457"/>
            <ac:picMkLst>
              <pc:docMk/>
              <pc:sldMasterMk cId="2965447533" sldId="2147483707"/>
              <pc:sldLayoutMk cId="510104786" sldId="2147483708"/>
              <ac:picMk id="4" creationId="{197BBDB3-E421-D1E8-C520-5F2D255F6220}"/>
            </ac:picMkLst>
          </pc:picChg>
        </pc:sldLayoutChg>
        <pc:sldLayoutChg chg="addSp">
          <pc:chgData name="Ezra Olagoke" userId="d0d178bf0f90dd41" providerId="LiveId" clId="{B60E4D59-CD1E-4E4E-9267-D78819FB75F0}" dt="2026-03-11T15:42:21.174" v="4457"/>
          <pc:sldLayoutMkLst>
            <pc:docMk/>
            <pc:sldMasterMk cId="2965447533" sldId="2147483707"/>
            <pc:sldLayoutMk cId="2647058520" sldId="2147483709"/>
          </pc:sldLayoutMkLst>
          <pc:picChg chg="add">
            <ac:chgData name="Ezra Olagoke" userId="d0d178bf0f90dd41" providerId="LiveId" clId="{B60E4D59-CD1E-4E4E-9267-D78819FB75F0}" dt="2026-03-11T15:42:21.174" v="4457"/>
            <ac:picMkLst>
              <pc:docMk/>
              <pc:sldMasterMk cId="2965447533" sldId="2147483707"/>
              <pc:sldLayoutMk cId="2647058520" sldId="2147483709"/>
              <ac:picMk id="2" creationId="{DAA87364-17E7-B476-C6ED-26B819E59583}"/>
            </ac:picMkLst>
          </pc:picChg>
        </pc:sldLayoutChg>
        <pc:sldLayoutChg chg="addSp modSp mod">
          <pc:chgData name="Ezra Olagoke" userId="d0d178bf0f90dd41" providerId="LiveId" clId="{B60E4D59-CD1E-4E4E-9267-D78819FB75F0}" dt="2026-03-11T15:49:07.439" v="4475" actId="27614"/>
          <pc:sldLayoutMkLst>
            <pc:docMk/>
            <pc:sldMasterMk cId="2965447533" sldId="2147483707"/>
            <pc:sldLayoutMk cId="2670920137" sldId="2147483711"/>
          </pc:sldLayoutMkLst>
          <pc:picChg chg="add mod">
            <ac:chgData name="Ezra Olagoke" userId="d0d178bf0f90dd41" providerId="LiveId" clId="{B60E4D59-CD1E-4E4E-9267-D78819FB75F0}" dt="2026-03-11T15:49:07.439" v="4475" actId="27614"/>
            <ac:picMkLst>
              <pc:docMk/>
              <pc:sldMasterMk cId="2965447533" sldId="2147483707"/>
              <pc:sldLayoutMk cId="2670920137" sldId="2147483711"/>
              <ac:picMk id="9" creationId="{649D91AF-BC84-EE3F-0F83-C3B699DE4E85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912CDB-24E0-60D0-E461-23E4BF56B8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62357-EDC6-EB23-0D2E-A2867CAA1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6AB7C-34E7-4C87-ACFC-BF8D36565444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DB2AE-34FD-2407-CE3A-8A9B7386CF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B24F5-F8F5-3E36-AE74-54D06FF709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61A02-F65B-4151-854E-1152F8333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45956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95A4-0EF9-4DB1-A278-EE10E3DAA62D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26311-F86D-444C-BA14-DC691BAE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083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A5B79-FBEC-4C8F-AAA7-65892941DC79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3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197BBDB3-E421-D1E8-C520-5F2D255F62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47" y="41640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0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D5DE-A5A5-4143-A074-758356A69896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DAA87364-17E7-B476-C6ED-26B819E595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19" y="37299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5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DFDD-B1E9-473D-AADD-74A88BC4AC6C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99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7725-6309-4A02-B9F6-465EBB75CC0E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D91AF-BC84-EE3F-0F83-C3B699DE4E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967" y="37299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2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9E73-01A0-4348-ADD1-3D15F24EADB9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8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783B-F12E-4C70-B540-7E94DD75D57D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9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DF3A-CB1E-4E46-BAE0-7326C9F66BC3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1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C944-0366-4FAD-A8C6-6676BCE8AD3A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4763C-DF12-433F-A432-8E3D6E3AC925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5898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06053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4679768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9693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22618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58349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D4C3-C1DC-4C43-B9CD-44DE6E080323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04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A1E4-9790-4076-881C-DC98C5DF62B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1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1B00-CE5D-D1A4-1265-51302B87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D939-6429-B984-6064-65936C93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62F2-B85B-5472-94AD-441894A5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D5DE-A5A5-4143-A074-758356A69896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DC72-3D46-C4BB-0EBF-84E17EAD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B3CEB699-1C1F-AEBB-644D-98961D19B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19" y="37299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6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2F3A3FC-AE4A-46BE-A499-B5CD644943C4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7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650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56D7-94D7-183B-5D98-2267F0E98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408" y="1919655"/>
            <a:ext cx="9144000" cy="16414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AccessAI</a:t>
            </a:r>
            <a:br>
              <a:rPr lang="en-US" dirty="0"/>
            </a:br>
            <a:r>
              <a:rPr lang="en-US" sz="4800" dirty="0"/>
              <a:t> ML Pro-Summarizer (AMPS)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D7B51-2624-1E89-6886-CB35A0F33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1444" y="3827710"/>
            <a:ext cx="9144000" cy="754025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dirty="0"/>
              <a:t>Advancing S.T.E.M.</a:t>
            </a:r>
          </a:p>
          <a:p>
            <a:pPr algn="ctr"/>
            <a:r>
              <a:rPr lang="en-US" dirty="0"/>
              <a:t>NSBE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3E37-BA4E-13DB-F9F8-4D1BEB4B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88836-E28A-50B4-8EE3-B788B98CD6CE}"/>
              </a:ext>
            </a:extLst>
          </p:cNvPr>
          <p:cNvSpPr txBox="1"/>
          <p:nvPr/>
        </p:nvSpPr>
        <p:spPr>
          <a:xfrm>
            <a:off x="8568906" y="4602024"/>
            <a:ext cx="23300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Team:</a:t>
            </a:r>
          </a:p>
          <a:p>
            <a:r>
              <a:rPr lang="en-US" dirty="0"/>
              <a:t>Daniel </a:t>
            </a:r>
            <a:r>
              <a:rPr lang="en-US" dirty="0" err="1"/>
              <a:t>Anorue</a:t>
            </a:r>
            <a:endParaRPr lang="en-US" dirty="0"/>
          </a:p>
          <a:p>
            <a:r>
              <a:rPr lang="en-US" dirty="0"/>
              <a:t>Adeboye Adenuga</a:t>
            </a:r>
          </a:p>
          <a:p>
            <a:r>
              <a:rPr lang="en-US" dirty="0"/>
              <a:t>Ezra Olagoke</a:t>
            </a:r>
          </a:p>
          <a:p>
            <a:r>
              <a:rPr lang="en-US" dirty="0" err="1"/>
              <a:t>Imole</a:t>
            </a:r>
            <a:r>
              <a:rPr lang="en-US" dirty="0"/>
              <a:t> Michael </a:t>
            </a:r>
            <a:r>
              <a:rPr lang="en-US" dirty="0" err="1"/>
              <a:t>Oyetibo</a:t>
            </a:r>
            <a:endParaRPr lang="en-US" dirty="0"/>
          </a:p>
          <a:p>
            <a:r>
              <a:rPr lang="en-US" dirty="0"/>
              <a:t>Gabriel </a:t>
            </a:r>
            <a:r>
              <a:rPr lang="en-US" dirty="0" err="1"/>
              <a:t>Kiveu</a:t>
            </a:r>
            <a:endParaRPr lang="en-US" dirty="0"/>
          </a:p>
          <a:p>
            <a:r>
              <a:rPr lang="en-US" dirty="0"/>
              <a:t>Marius Keita</a:t>
            </a:r>
          </a:p>
        </p:txBody>
      </p:sp>
    </p:spTree>
    <p:extLst>
      <p:ext uri="{BB962C8B-B14F-4D97-AF65-F5344CB8AC3E}">
        <p14:creationId xmlns:p14="http://schemas.microsoft.com/office/powerpoint/2010/main" val="46852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F893-EE31-E552-0C7C-38AB5C44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AMPS Overview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AD6BCA-6DFF-603D-22A2-AD1B56FA0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Scope</a:t>
            </a:r>
          </a:p>
          <a:p>
            <a:r>
              <a:rPr lang="en-US" dirty="0"/>
              <a:t>Visual and learning disabilities</a:t>
            </a:r>
          </a:p>
          <a:p>
            <a:r>
              <a:rPr lang="en-US" dirty="0"/>
              <a:t>Barriers</a:t>
            </a:r>
          </a:p>
          <a:p>
            <a:r>
              <a:rPr lang="en-US" dirty="0"/>
              <a:t>Technical Specs</a:t>
            </a:r>
          </a:p>
          <a:p>
            <a:r>
              <a:rPr lang="en-US" dirty="0"/>
              <a:t>Target impacts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7F29F-5908-F8F0-1343-26A4EA2B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2101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379883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4E86D-4608-FD1C-A472-3A5D278A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5535-D977-A81C-CE2F-1A0E94EB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AMPS Project Scope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15045B1D-AED4-407C-BC82-BF20E4E4F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948070"/>
            <a:ext cx="4773166" cy="3896140"/>
          </a:xfrm>
          <a:prstGeom prst="roundRect">
            <a:avLst>
              <a:gd name="adj" fmla="val 2028"/>
            </a:avLst>
          </a:prstGeom>
          <a:solidFill>
            <a:schemeClr val="tx1"/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127000" dist="12700">
              <a:prstClr val="black"/>
            </a:innerShdw>
            <a:reflection blurRad="6350" stA="52000" endA="300" endPos="2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pen, writing on a textured, yellow legal pad.&#10;&#10;AI-generated content may be incorrect.">
            <a:extLst>
              <a:ext uri="{FF2B5EF4-FFF2-40B4-BE49-F238E27FC236}">
                <a16:creationId xmlns:a16="http://schemas.microsoft.com/office/drawing/2014/main" id="{8380E2C0-B6B0-6729-13B3-AE3D8B4F0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150"/>
          <a:stretch>
            <a:fillRect/>
          </a:stretch>
        </p:blipFill>
        <p:spPr>
          <a:xfrm>
            <a:off x="1131172" y="2268111"/>
            <a:ext cx="4187222" cy="3256059"/>
          </a:xfrm>
          <a:prstGeom prst="rect">
            <a:avLst/>
          </a:prstGeom>
          <a:noFill/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D12C14-4E84-7323-D479-37967B5F6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48069"/>
            <a:ext cx="5257799" cy="422889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LLM that integrates Claude AI language capabilities with the Web Speech APL.</a:t>
            </a:r>
          </a:p>
          <a:p>
            <a:r>
              <a:rPr lang="en-US" dirty="0"/>
              <a:t>Design prompts Claude AI to summarize inputted text/content from webpage and output a plain language summary.</a:t>
            </a:r>
          </a:p>
          <a:p>
            <a:r>
              <a:rPr lang="en-US" dirty="0"/>
              <a:t>Outputted summary from Claude AI is read out loud from built-in web audio feature.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4A20C-8BBB-CD0D-38B6-15AC7EBA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rPr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77983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18A77-D36B-8378-E113-1B1B8C29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0A69BB-F00D-5620-9693-8BF2D3F58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56" b="1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29B61F6-561C-44B1-809D-51A2F295F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7E60398-905F-436C-AB6F-00D742F62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3110B-52E9-027A-14F9-CE2D4197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72531" cy="1325563"/>
          </a:xfrm>
        </p:spPr>
        <p:txBody>
          <a:bodyPr>
            <a:normAutofit/>
          </a:bodyPr>
          <a:lstStyle/>
          <a:p>
            <a:r>
              <a:rPr lang="en-US" sz="4200" dirty="0"/>
              <a:t>Visual &amp; Learning disabilities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D95D0AD-D9A1-B329-C223-EF147EBAF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022" y="1601339"/>
            <a:ext cx="4572877" cy="4351338"/>
          </a:xfrm>
        </p:spPr>
        <p:txBody>
          <a:bodyPr>
            <a:normAutofit/>
          </a:bodyPr>
          <a:lstStyle/>
          <a:p>
            <a:r>
              <a:rPr lang="en-US" dirty="0"/>
              <a:t>Visual and learning disabilities affect everyday reading in books and online webpages.</a:t>
            </a:r>
          </a:p>
          <a:p>
            <a:pPr lvl="1"/>
            <a:r>
              <a:rPr lang="en-US" dirty="0"/>
              <a:t>Dyslexia.</a:t>
            </a:r>
          </a:p>
          <a:p>
            <a:pPr lvl="1"/>
            <a:r>
              <a:rPr lang="en-US" dirty="0"/>
              <a:t>Reading comprehension deficit.</a:t>
            </a:r>
          </a:p>
          <a:p>
            <a:r>
              <a:rPr lang="en-US" dirty="0"/>
              <a:t>Disabilities result in barriers.</a:t>
            </a:r>
          </a:p>
          <a:p>
            <a:r>
              <a:rPr lang="en-US" dirty="0"/>
              <a:t>Affects job and academic performances.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A9A14-C894-5C40-0BB1-03DAB572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9999" y="6356350"/>
            <a:ext cx="457287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3134068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75B1-FFF5-C626-DF68-F93B8432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0D28-3C9B-0DA1-0862-C98D4C96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Consequences and barriers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2E5DE8-4422-8F75-03D6-6A2C59C5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Struggles result in barriers such as phonological processing, understanding content, and sequential organization.</a:t>
            </a:r>
          </a:p>
          <a:p>
            <a:pPr lvl="1"/>
            <a:r>
              <a:rPr lang="en-US" dirty="0"/>
              <a:t>Unable to understand/interpret words or sections which requires re-reading resulting in time consumption. </a:t>
            </a:r>
          </a:p>
          <a:p>
            <a:pPr lvl="1"/>
            <a:r>
              <a:rPr lang="en-US" dirty="0"/>
              <a:t>Difficulty reading long text-heavy articles.</a:t>
            </a:r>
          </a:p>
          <a:p>
            <a:pPr lvl="1"/>
            <a:r>
              <a:rPr lang="en-US" dirty="0"/>
              <a:t>Difficulty maintaining concentration.</a:t>
            </a:r>
          </a:p>
          <a:p>
            <a:r>
              <a:rPr lang="en-US" dirty="0"/>
              <a:t>Struggles can manifest into low self-esteem, frustration, and anxiety.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A073B-07D0-A54C-CDFF-BADC78CF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37613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166E-1197-7D99-26EA-20BF6D9F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4335-9650-F1B9-8E51-5A21D537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AMPS target audience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2418DC2-361E-927C-13EA-894074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People with visual and learning disabilities.</a:t>
            </a:r>
          </a:p>
          <a:p>
            <a:r>
              <a:rPr lang="en-US" dirty="0"/>
              <a:t>Elderly who struggle with processing and absorbing lengthy texts.</a:t>
            </a:r>
          </a:p>
          <a:p>
            <a:r>
              <a:rPr lang="en-US" dirty="0"/>
              <a:t>Non-native language speakers.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EC339-998D-51F2-FC82-473BFFF9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18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CE7A-633D-6D1F-CDA9-717CA045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12A1-6800-DF10-75B9-36A1C06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Functional Workflow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197E0-84E6-C1CE-9936-8C75F6E6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19724-54CA-C878-20D2-93D792F0FD37}"/>
              </a:ext>
            </a:extLst>
          </p:cNvPr>
          <p:cNvSpPr txBox="1"/>
          <p:nvPr/>
        </p:nvSpPr>
        <p:spPr>
          <a:xfrm>
            <a:off x="1021053" y="1721575"/>
            <a:ext cx="3100673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selects webpage text, or uses webpage URL.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A52F8-A9AE-6208-B65D-3C74DFEEFD86}"/>
              </a:ext>
            </a:extLst>
          </p:cNvPr>
          <p:cNvSpPr txBox="1"/>
          <p:nvPr/>
        </p:nvSpPr>
        <p:spPr>
          <a:xfrm>
            <a:off x="6416748" y="1833422"/>
            <a:ext cx="2832078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AMPS sends text to Claude AI.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9E440-296A-DFAD-FEF5-44BBF3C42BDC}"/>
              </a:ext>
            </a:extLst>
          </p:cNvPr>
          <p:cNvSpPr txBox="1"/>
          <p:nvPr/>
        </p:nvSpPr>
        <p:spPr>
          <a:xfrm>
            <a:off x="6391915" y="3674012"/>
            <a:ext cx="2832078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Claude AI converts user-selected text into plain language summary.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9E1BD-8744-5A2E-9506-C0EF0115A2EA}"/>
              </a:ext>
            </a:extLst>
          </p:cNvPr>
          <p:cNvSpPr txBox="1"/>
          <p:nvPr/>
        </p:nvSpPr>
        <p:spPr>
          <a:xfrm>
            <a:off x="1067062" y="3649631"/>
            <a:ext cx="2832078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Browser built-in speech-engine reads Claude AI summary aloud.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339AE81-3BD9-3A5C-0522-2AF4FDA3EADD}"/>
              </a:ext>
            </a:extLst>
          </p:cNvPr>
          <p:cNvSpPr/>
          <p:nvPr/>
        </p:nvSpPr>
        <p:spPr>
          <a:xfrm>
            <a:off x="4121726" y="2042564"/>
            <a:ext cx="2295022" cy="454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84931CA-824F-7DF8-3F14-AF3E9F4E4D2E}"/>
              </a:ext>
            </a:extLst>
          </p:cNvPr>
          <p:cNvSpPr/>
          <p:nvPr/>
        </p:nvSpPr>
        <p:spPr>
          <a:xfrm>
            <a:off x="7627977" y="2675921"/>
            <a:ext cx="377336" cy="10095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7EC8346D-4A6C-B77D-04FC-964AEED33C4C}"/>
              </a:ext>
            </a:extLst>
          </p:cNvPr>
          <p:cNvSpPr/>
          <p:nvPr/>
        </p:nvSpPr>
        <p:spPr>
          <a:xfrm>
            <a:off x="3899140" y="4133949"/>
            <a:ext cx="2492775" cy="4543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6DF6-CD67-D07C-3C94-8236433C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F177-5065-86E5-C860-5016947B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Key Parts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09413FC-59E0-4A53-36C1-0F7A3A32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Part 1 – Claude API Integration</a:t>
            </a:r>
          </a:p>
          <a:p>
            <a:r>
              <a:rPr lang="en-US" dirty="0"/>
              <a:t>Part 2 – Text to Speech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946FE-46C9-F4B7-AE88-C2BD13DA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7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F2F04-EEA3-821A-447E-A0D1AFD2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698E-7D71-6D22-E4DE-55BDE6A6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Claude API Integration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1DAF55-DFB1-C4EE-99C0-04B682BF5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Model used – </a:t>
            </a:r>
          </a:p>
          <a:p>
            <a:pPr lvl="1"/>
            <a:r>
              <a:rPr lang="en-US" dirty="0"/>
              <a:t>Fast, cheap, easy for a hackathon.</a:t>
            </a:r>
          </a:p>
          <a:p>
            <a:pPr lvl="1"/>
            <a:r>
              <a:rPr lang="en-US" dirty="0"/>
              <a:t>Claude receives command to summarize user-selected text.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52822-64D3-8ED6-ECC3-4694B29B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4518B-4B37-3821-6937-75FC3626CE19}"/>
              </a:ext>
            </a:extLst>
          </p:cNvPr>
          <p:cNvSpPr txBox="1"/>
          <p:nvPr/>
        </p:nvSpPr>
        <p:spPr>
          <a:xfrm>
            <a:off x="3303916" y="1572584"/>
            <a:ext cx="397677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claude-haiku-4-5-20251001</a:t>
            </a:r>
          </a:p>
        </p:txBody>
      </p:sp>
    </p:spTree>
    <p:extLst>
      <p:ext uri="{BB962C8B-B14F-4D97-AF65-F5344CB8AC3E}">
        <p14:creationId xmlns:p14="http://schemas.microsoft.com/office/powerpoint/2010/main" val="137559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0299-4B74-F885-F79A-00488268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279B-0505-2305-5473-8D96B879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Web Speech API (Text to Speech)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9468594-9F3B-A52D-C127-F1EF8E6BD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Web speech capability is already built within chrome (no install or API required).</a:t>
            </a:r>
          </a:p>
          <a:p>
            <a:r>
              <a:rPr lang="en-US" dirty="0"/>
              <a:t>Web-available voices are utilized.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7C2EF-E5D2-7A5D-1188-7C5D3A8F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45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2675-CC62-EBC8-8A20-DF14094C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DE9B-DB9F-E790-7492-AA0DD60E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Technical Constraints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6C6D368-1D92-569B-4A90-AC285CD5D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Pure JavaScript, no frameworks or external libraries.</a:t>
            </a:r>
          </a:p>
          <a:p>
            <a:r>
              <a:rPr lang="en-US" dirty="0"/>
              <a:t>Chrome Extension Manifest V3.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EA6DD-B9CC-A34A-7659-46B4B1BE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05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56BE-4280-A508-31DB-EAE88913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1CC7-6611-C963-FB98-D553B2C5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Target impacts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471D046-C86C-D2E6-F79F-B29FF6727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Removes barriers for those with visual/learning disabilities.</a:t>
            </a:r>
          </a:p>
          <a:p>
            <a:r>
              <a:rPr lang="en-US" dirty="0"/>
              <a:t>Simplifies content that may be relatively difficult for non-native speakers.</a:t>
            </a:r>
          </a:p>
          <a:p>
            <a:r>
              <a:rPr lang="en-US" dirty="0"/>
              <a:t>Simplifies sites overloaded with ads and poor structure.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4904-C68B-1269-94AE-8E82A577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14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3F-6841-D410-0856-D8AC16580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10B0-EB88-23A3-9B7A-FE022B65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F6E465E-E779-5AFD-C3E6-D96FEB7FA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Highly efficient webpage summarizer.</a:t>
            </a:r>
          </a:p>
          <a:p>
            <a:r>
              <a:rPr lang="en-US" dirty="0"/>
              <a:t>Utilizes built-in and free/available systems including Claude AI and webpage audio.</a:t>
            </a:r>
          </a:p>
          <a:p>
            <a:r>
              <a:rPr lang="en-US" dirty="0"/>
              <a:t>Removes barriers due to visual and learning disabilities.</a:t>
            </a:r>
          </a:p>
          <a:p>
            <a:r>
              <a:rPr lang="en-US" dirty="0"/>
              <a:t>Advances current screen reading tools.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E3129-2634-73BC-61FA-85A6B600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3004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1097</TotalTime>
  <Words>465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Corbel</vt:lpstr>
      <vt:lpstr>Depth</vt:lpstr>
      <vt:lpstr>AccessAI  ML Pro-Summarizer (AMPS)</vt:lpstr>
      <vt:lpstr>AMPS Overview</vt:lpstr>
      <vt:lpstr>AMPS Project Scope</vt:lpstr>
      <vt:lpstr>Visual &amp; Learning disabilities</vt:lpstr>
      <vt:lpstr>Consequences and barriers</vt:lpstr>
      <vt:lpstr>AMPS target audience</vt:lpstr>
      <vt:lpstr>Functional Workflow</vt:lpstr>
      <vt:lpstr>Key Parts</vt:lpstr>
      <vt:lpstr>Claude API Integration</vt:lpstr>
      <vt:lpstr>Web Speech API (Text to Speech)</vt:lpstr>
      <vt:lpstr>Technical Constraints</vt:lpstr>
      <vt:lpstr>Target impacts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Ezra Olagoke</dc:creator>
  <cp:lastModifiedBy>Ezra Olagoke</cp:lastModifiedBy>
  <cp:revision>1</cp:revision>
  <dcterms:created xsi:type="dcterms:W3CDTF">2026-02-25T22:17:39Z</dcterms:created>
  <dcterms:modified xsi:type="dcterms:W3CDTF">2026-03-11T21:54:16Z</dcterms:modified>
</cp:coreProperties>
</file>